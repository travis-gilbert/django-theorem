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Lease record LEASE-08-008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reference: LEASE-08-008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person: Drew Bennett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amount: 2370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deadline: 2026-08-15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Drew Bennett approved the lease.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