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Morgan Ellis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2230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2026-04-15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Morgan Ellis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