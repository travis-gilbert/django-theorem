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Lease record LEASE-08-005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reference: LEASE-08-005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person: Taylor Chen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amount: 2265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deadline: 2026-05-15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Taylor Chen approved the lease.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