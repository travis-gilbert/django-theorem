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Lease record LEASE-08-010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reference: LEASE-08-010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person: Robin Wells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amount: 2440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deadline: 2026-01-15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Robin Wells approved the lease.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