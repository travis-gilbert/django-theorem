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Lease record LEASE-08-002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reference: LEASE-08-002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person: Jordan Lee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amount: 2160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deadline: 2026-02-15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Jordan Lee approved the lease.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