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Lease record LEASE-08-006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reference: LEASE-08-006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person: Riley Brooks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amount: 2300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deadline: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Riley Brooks approved the 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